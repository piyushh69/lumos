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Roboto" charset="1" panose="02000000000000000000"/>
      <p:regular r:id="rId11"/>
    </p:embeddedFont>
    <p:embeddedFont>
      <p:font typeface="Abril Fatface" charset="1" panose="020005030000000200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40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6933370" y="1052675"/>
            <a:ext cx="32593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6933370" y="1182027"/>
            <a:ext cx="32593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6933370" y="1311379"/>
            <a:ext cx="32593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90659" y="1027722"/>
            <a:ext cx="312232" cy="312232"/>
          </a:xfrm>
          <a:custGeom>
            <a:avLst/>
            <a:gdLst/>
            <a:ahLst/>
            <a:cxnLst/>
            <a:rect r="r" b="b" t="t" l="l"/>
            <a:pathLst>
              <a:path h="312232" w="312232">
                <a:moveTo>
                  <a:pt x="0" y="0"/>
                </a:moveTo>
                <a:lnTo>
                  <a:pt x="312232" y="0"/>
                </a:lnTo>
                <a:lnTo>
                  <a:pt x="312232" y="312232"/>
                </a:lnTo>
                <a:lnTo>
                  <a:pt x="0" y="3122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0">
            <a:off x="8605054" y="1151547"/>
            <a:ext cx="1077892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333324" y="3822751"/>
            <a:ext cx="9621352" cy="2641499"/>
          </a:xfrm>
          <a:custGeom>
            <a:avLst/>
            <a:gdLst/>
            <a:ahLst/>
            <a:cxnLst/>
            <a:rect r="r" b="b" t="t" l="l"/>
            <a:pathLst>
              <a:path h="2641499" w="9621352">
                <a:moveTo>
                  <a:pt x="0" y="0"/>
                </a:moveTo>
                <a:lnTo>
                  <a:pt x="9621352" y="0"/>
                </a:lnTo>
                <a:lnTo>
                  <a:pt x="9621352" y="2641498"/>
                </a:lnTo>
                <a:lnTo>
                  <a:pt x="0" y="26414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90181" y="6426149"/>
            <a:ext cx="7907637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17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REVOLUTIONIZING HR OPERATIONS WITH ADVANCED AUTOMATION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875395"/>
            <a:ext cx="4717700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PIYUSH KUMAR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----------------------------------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41600" y="8875395"/>
            <a:ext cx="47177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 AUGUST, 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03930" y="8875395"/>
            <a:ext cx="248014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6933370" y="1052675"/>
            <a:ext cx="32593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6933370" y="1182027"/>
            <a:ext cx="32593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6933370" y="1311379"/>
            <a:ext cx="32593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290659" y="1027722"/>
            <a:ext cx="312232" cy="312232"/>
          </a:xfrm>
          <a:custGeom>
            <a:avLst/>
            <a:gdLst/>
            <a:ahLst/>
            <a:cxnLst/>
            <a:rect r="r" b="b" t="t" l="l"/>
            <a:pathLst>
              <a:path h="312232" w="312232">
                <a:moveTo>
                  <a:pt x="0" y="0"/>
                </a:moveTo>
                <a:lnTo>
                  <a:pt x="312232" y="0"/>
                </a:lnTo>
                <a:lnTo>
                  <a:pt x="312232" y="312232"/>
                </a:lnTo>
                <a:lnTo>
                  <a:pt x="0" y="312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24240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219860"/>
            <a:ext cx="6794458" cy="335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Problem</a:t>
            </a:r>
          </a:p>
          <a:p>
            <a:pPr algn="l">
              <a:lnSpc>
                <a:spcPts val="13439"/>
              </a:lnSpc>
            </a:pPr>
            <a:r>
              <a:rPr lang="en-US" sz="96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05054" y="2048349"/>
            <a:ext cx="8328316" cy="579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Current HR Challenges</a:t>
            </a:r>
          </a:p>
          <a:p>
            <a:pPr algn="l">
              <a:lnSpc>
                <a:spcPts val="3585"/>
              </a:lnSpc>
            </a:pPr>
          </a:p>
          <a:p>
            <a:pPr algn="l" marL="474979" indent="-237490" lvl="1">
              <a:lnSpc>
                <a:spcPts val="358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Manual resume screening takes 23 minutes per candidate</a:t>
            </a:r>
          </a:p>
          <a:p>
            <a:pPr algn="l">
              <a:lnSpc>
                <a:spcPts val="3585"/>
              </a:lnSpc>
            </a:pPr>
          </a:p>
          <a:p>
            <a:pPr algn="l" marL="474979" indent="-237490" lvl="1">
              <a:lnSpc>
                <a:spcPts val="358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67% of recruiters struggle with candidate matching</a:t>
            </a:r>
          </a:p>
          <a:p>
            <a:pPr algn="l">
              <a:lnSpc>
                <a:spcPts val="3585"/>
              </a:lnSpc>
            </a:pPr>
          </a:p>
          <a:p>
            <a:pPr algn="l" marL="474979" indent="-237490" lvl="1">
              <a:lnSpc>
                <a:spcPts val="358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Average time-to-hire: 35+ days</a:t>
            </a:r>
          </a:p>
          <a:p>
            <a:pPr algn="l">
              <a:lnSpc>
                <a:spcPts val="3585"/>
              </a:lnSpc>
            </a:pPr>
          </a:p>
          <a:p>
            <a:pPr algn="l" marL="474979" indent="-237490" lvl="1">
              <a:lnSpc>
                <a:spcPts val="358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Email communication is scattered across multiple tools</a:t>
            </a:r>
          </a:p>
          <a:p>
            <a:pPr algn="l">
              <a:lnSpc>
                <a:spcPts val="3585"/>
              </a:lnSpc>
            </a:pPr>
          </a:p>
          <a:p>
            <a:pPr algn="l" marL="474979" indent="-237490" lvl="1">
              <a:lnSpc>
                <a:spcPts val="358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centralised template or job description management</a:t>
            </a:r>
          </a:p>
          <a:p>
            <a:pPr algn="l">
              <a:lnSpc>
                <a:spcPts val="3585"/>
              </a:lnSpc>
            </a:pPr>
          </a:p>
          <a:p>
            <a:pPr algn="l">
              <a:lnSpc>
                <a:spcPts val="3586"/>
              </a:lnSpc>
            </a:pPr>
            <a:r>
              <a:rPr lang="en-US" sz="2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Need: Intelligent, Automated HR Solution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8605054" y="1151547"/>
            <a:ext cx="1077892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0" id="10"/>
          <p:cNvSpPr txBox="true"/>
          <p:nvPr/>
        </p:nvSpPr>
        <p:spPr>
          <a:xfrm rot="0">
            <a:off x="7903930" y="8875395"/>
            <a:ext cx="248014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/ 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40" y="91849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8605054" y="1151547"/>
            <a:ext cx="1077892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688660" y="2571375"/>
            <a:ext cx="5570640" cy="6351645"/>
          </a:xfrm>
          <a:custGeom>
            <a:avLst/>
            <a:gdLst/>
            <a:ahLst/>
            <a:cxnLst/>
            <a:rect r="r" b="b" t="t" l="l"/>
            <a:pathLst>
              <a:path h="6351645" w="5570640">
                <a:moveTo>
                  <a:pt x="0" y="0"/>
                </a:moveTo>
                <a:lnTo>
                  <a:pt x="5570640" y="0"/>
                </a:lnTo>
                <a:lnTo>
                  <a:pt x="5570640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559195"/>
            <a:ext cx="9355370" cy="288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Solution Overview</a:t>
            </a:r>
          </a:p>
          <a:p>
            <a:pPr algn="l">
              <a:lnSpc>
                <a:spcPts val="116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66474" y="4318884"/>
            <a:ext cx="8115300" cy="436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aviHire: Complete HR Automation Suite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AI-Powered Candidate Matching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Intelligent Email Automation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Smart Template Management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Advanced Scheduling System</a:t>
            </a:r>
          </a:p>
          <a:p>
            <a:pPr algn="l" marL="474979" indent="-237490" lvl="1">
              <a:lnSpc>
                <a:spcPts val="439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Real-time Analytics Dashboard</a:t>
            </a:r>
          </a:p>
          <a:p>
            <a:pPr algn="l">
              <a:lnSpc>
                <a:spcPts val="4399"/>
              </a:lnSpc>
            </a:pPr>
            <a:r>
              <a:rPr lang="en-US" sz="2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"From Resume to Hire in Minutes, Not Days"</a:t>
            </a:r>
          </a:p>
          <a:p>
            <a:pPr algn="l">
              <a:lnSpc>
                <a:spcPts val="44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03930" y="8875395"/>
            <a:ext cx="248014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681" t="-49967" r="-17681" b="-499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7110061"/>
            <a:chOff x="0" y="0"/>
            <a:chExt cx="21640800" cy="9480082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0" r="0" b="12386"/>
            <a:stretch>
              <a:fillRect/>
            </a:stretch>
          </p:blipFill>
          <p:spPr>
            <a:xfrm flipH="false" flipV="false">
              <a:off x="0" y="0"/>
              <a:ext cx="21640800" cy="9480082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6241728" y="8117506"/>
            <a:ext cx="5804543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Core Features &amp; Demo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03930" y="8875395"/>
            <a:ext cx="248014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/ 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4240" y="0"/>
            <a:ext cx="14039520" cy="10287000"/>
          </a:xfrm>
          <a:custGeom>
            <a:avLst/>
            <a:gdLst/>
            <a:ahLst/>
            <a:cxnLst/>
            <a:rect r="r" b="b" t="t" l="l"/>
            <a:pathLst>
              <a:path h="10287000" w="14039520">
                <a:moveTo>
                  <a:pt x="0" y="0"/>
                </a:moveTo>
                <a:lnTo>
                  <a:pt x="14039520" y="0"/>
                </a:lnTo>
                <a:lnTo>
                  <a:pt x="140395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6695" r="0" b="-6695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6933370" y="1052675"/>
            <a:ext cx="32593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6933370" y="1182027"/>
            <a:ext cx="32593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6933370" y="1311379"/>
            <a:ext cx="325930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90659" y="1027722"/>
            <a:ext cx="312232" cy="312232"/>
          </a:xfrm>
          <a:custGeom>
            <a:avLst/>
            <a:gdLst/>
            <a:ahLst/>
            <a:cxnLst/>
            <a:rect r="r" b="b" t="t" l="l"/>
            <a:pathLst>
              <a:path h="312232" w="312232">
                <a:moveTo>
                  <a:pt x="0" y="0"/>
                </a:moveTo>
                <a:lnTo>
                  <a:pt x="312232" y="0"/>
                </a:lnTo>
                <a:lnTo>
                  <a:pt x="312232" y="312232"/>
                </a:lnTo>
                <a:lnTo>
                  <a:pt x="0" y="3122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rot="0">
            <a:off x="8605054" y="1151547"/>
            <a:ext cx="1077892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3566240" y="3926475"/>
            <a:ext cx="11155519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9"/>
              </a:lnSpc>
            </a:pPr>
            <a:r>
              <a:rPr lang="en-US" sz="139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DAGuzTkUQsE</dc:identifier>
  <dcterms:modified xsi:type="dcterms:W3CDTF">2011-08-01T06:04:30Z</dcterms:modified>
  <cp:revision>1</cp:revision>
  <dc:title>-------------------------------------------------</dc:title>
</cp:coreProperties>
</file>